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9" d="100"/>
          <a:sy n="39" d="100"/>
        </p:scale>
        <p:origin x="53" y="1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41202a9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41202a9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41202a94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b41202a94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41202a94f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41202a94f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41202a94f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41202a94f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41202a94f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41202a94f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41202a94f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41202a94f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Fitness Activity Tracker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5442600" y="2834125"/>
            <a:ext cx="3389700" cy="191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Lalith(25RBAIM0067)</a:t>
            </a:r>
            <a:b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MD.Jaffar Pasha(25BAID0025)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MD.Nizam Uddin(25BAID0030)</a:t>
            </a:r>
            <a:b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Syed Taqveem (25RBAIM0080)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69975" y="3697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Introduction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69975" y="1017725"/>
            <a:ext cx="3747600" cy="36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Fitness Activity Tracker is a digital system that monitors physical activities.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tracks steps, distance, calories burned, and active minutes.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 users understand daily fitness levels.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Encourages a healthy and active lifestyle.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by individuals, athletes, and healthcare professionals.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be mobile apps, smartwatches, or wearable bands.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endParaRPr sz="1260"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4625" y="942475"/>
            <a:ext cx="4865949" cy="374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latin typeface="Times New Roman"/>
                <a:ea typeface="Times New Roman"/>
                <a:cs typeface="Times New Roman"/>
                <a:sym typeface="Times New Roman"/>
              </a:rPr>
              <a:t>Key Features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5538900" y="1437250"/>
            <a:ext cx="3758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counting using motion sensors.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Heart rate monitoring in real-time.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Sleep tracking for health analysis.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Calorie calculation based on activity.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Workout tracking (running, cycling, gym).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 setting and progress visualization.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83800" y="1507150"/>
            <a:ext cx="5829300" cy="327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Benefits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465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Improves physical fitness awareness.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Motivates users through daily goals.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 maintain healthy routines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Tracks long-term health progress.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Useful for weight management.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 preventive healthcare.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9700" y="1170125"/>
            <a:ext cx="5061900" cy="337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Applications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3717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Personal fitness monitoring.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Sports and athletic training.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Medical health monitoring.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Corporate wellness programs.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Weight loss programs.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Rehabilitation and physiotherapy.</a:t>
            </a:r>
            <a:b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2625" y="938288"/>
            <a:ext cx="5155801" cy="3266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8"/>
          <p:cNvSpPr txBox="1">
            <a:spLocks noGrp="1"/>
          </p:cNvSpPr>
          <p:nvPr>
            <p:ph type="body" idx="1"/>
          </p:nvPr>
        </p:nvSpPr>
        <p:spPr>
          <a:xfrm>
            <a:off x="5154600" y="1259900"/>
            <a:ext cx="39894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Integration with AI and machine learning.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health predictions.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 diet recommendations.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Integration with smart hospitals.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Mental health tracking features.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accurate and compact wearable devices.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439150"/>
            <a:ext cx="4849802" cy="3237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3009" y="964626"/>
            <a:ext cx="4390425" cy="310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224</Words>
  <Application>Microsoft Office PowerPoint</Application>
  <PresentationFormat>On-screen Show (16:9)</PresentationFormat>
  <Paragraphs>42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Times New Roman</vt:lpstr>
      <vt:lpstr>Simple Light</vt:lpstr>
      <vt:lpstr>Fitness Activity Tracker</vt:lpstr>
      <vt:lpstr>Introduction </vt:lpstr>
      <vt:lpstr>Key Features</vt:lpstr>
      <vt:lpstr>Benefits</vt:lpstr>
      <vt:lpstr>Applications</vt:lpstr>
      <vt:lpstr>Future Scope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Nallani Lalith</dc:creator>
  <cp:lastModifiedBy>Nallani Lalith</cp:lastModifiedBy>
  <cp:revision>2</cp:revision>
  <dcterms:modified xsi:type="dcterms:W3CDTF">2025-12-31T12:19:13Z</dcterms:modified>
</cp:coreProperties>
</file>